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66" r:id="rId6"/>
    <p:sldId id="259" r:id="rId7"/>
    <p:sldId id="260" r:id="rId8"/>
    <p:sldId id="264" r:id="rId9"/>
    <p:sldId id="263" r:id="rId10"/>
    <p:sldId id="265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8"/>
  </p:normalViewPr>
  <p:slideViewPr>
    <p:cSldViewPr snapToGrid="0">
      <p:cViewPr varScale="1">
        <p:scale>
          <a:sx n="119" d="100"/>
          <a:sy n="119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EF696-D74D-6442-882B-4552961C76E1}" type="datetimeFigureOut">
              <a:rPr lang="en-CH" smtClean="0"/>
              <a:t>12.11.2024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9BE08-2209-2643-B9D7-85729F6C6BB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50032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H" dirty="0"/>
              <a:t>Has personalization: Remix certain part!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F9BE08-2209-2643-B9D7-85729F6C6BB9}" type="slidenum">
              <a:rPr lang="en-CH" smtClean="0"/>
              <a:t>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93852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11/12/24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BkTkxKDduc?feature=oembed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17DD-3957-01EC-9A42-1C90DADC18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(Re)creating a videogame soundtrack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67E2C-18E8-6070-A15A-223F2D7327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4613982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D55C-52B6-DE57-43F7-2F11CE961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18106-A744-4151-FA84-09180E186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But why?</a:t>
            </a:r>
          </a:p>
          <a:p>
            <a:r>
              <a:rPr lang="en-CH" dirty="0"/>
              <a:t>Idea &amp; Constraints</a:t>
            </a:r>
          </a:p>
          <a:p>
            <a:r>
              <a:rPr lang="en-CH" dirty="0"/>
              <a:t>Pro(o)mpting</a:t>
            </a:r>
          </a:p>
          <a:p>
            <a:r>
              <a:rPr lang="en-CH" dirty="0"/>
              <a:t>Creation Process</a:t>
            </a:r>
          </a:p>
          <a:p>
            <a:r>
              <a:rPr lang="en-CH"/>
              <a:t>Difficulties</a:t>
            </a:r>
            <a:endParaRPr lang="en-CH" dirty="0"/>
          </a:p>
          <a:p>
            <a:r>
              <a:rPr lang="en-CH" dirty="0"/>
              <a:t>Conclusion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82213612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9B7CA-4B3F-4CA2-DC73-AFC3761F3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But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F5AB0-1747-F3A1-24D4-C70C71DBB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Analyse Risk of “being replaced”</a:t>
            </a:r>
          </a:p>
          <a:p>
            <a:r>
              <a:rPr lang="en-CH" dirty="0"/>
              <a:t>Test AI’s creativity &amp; ability to imitate</a:t>
            </a:r>
          </a:p>
        </p:txBody>
      </p:sp>
    </p:spTree>
    <p:extLst>
      <p:ext uri="{BB962C8B-B14F-4D97-AF65-F5344CB8AC3E}">
        <p14:creationId xmlns:p14="http://schemas.microsoft.com/office/powerpoint/2010/main" val="148853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E9750-8059-ED0F-4324-6ABE4F951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Idea &amp;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05C0A-436A-C02A-7017-75DBCD0FC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CH" dirty="0"/>
              <a:t>Create a song that sounds like it belongs into Minecraft</a:t>
            </a:r>
          </a:p>
          <a:p>
            <a:r>
              <a:rPr lang="en-CH" dirty="0"/>
              <a:t>Cannot mention C418 in prompt</a:t>
            </a:r>
          </a:p>
          <a:p>
            <a:r>
              <a:rPr lang="en-CH" dirty="0"/>
              <a:t>It should invoke nostalgia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39194048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54CD0-FA28-1EFE-C340-F39DD750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“Inspiration”</a:t>
            </a:r>
          </a:p>
        </p:txBody>
      </p:sp>
      <p:pic>
        <p:nvPicPr>
          <p:cNvPr id="4" name="Online Media 3" descr="C418  - Sweden - Minecraft Volume Alpha">
            <a:hlinkClick r:id="" action="ppaction://media"/>
            <a:extLst>
              <a:ext uri="{FF2B5EF4-FFF2-40B4-BE49-F238E27FC236}">
                <a16:creationId xmlns:a16="http://schemas.microsoft.com/office/drawing/2014/main" id="{DA77FFBF-09FF-5506-4912-6826D1B9F8B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878138" y="2222500"/>
            <a:ext cx="6437312" cy="363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896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0F1C-E39A-4F15-BDB2-D208BC61D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Prooooompting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1127F-FDCD-4E07-42CC-7E1AFD8CB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H" sz="30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"a soundtrack similar to minecrafts soundtrack - with clear, concise notes and an ambient, relaxing, emotional and slow sound. it should invoke a feeling of nostalgia, while emboding the process of creation."</a:t>
            </a:r>
            <a:endParaRPr lang="en-CH" sz="3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CH" sz="3000" dirty="0"/>
          </a:p>
        </p:txBody>
      </p:sp>
    </p:spTree>
    <p:extLst>
      <p:ext uri="{BB962C8B-B14F-4D97-AF65-F5344CB8AC3E}">
        <p14:creationId xmlns:p14="http://schemas.microsoft.com/office/powerpoint/2010/main" val="137918628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B703C-1BDD-D802-9F60-E89DCC77D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n-CH" dirty="0"/>
              <a:t>Creation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9BD2D-A711-1E96-51E5-DD2CCA3BE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3835583" cy="3632200"/>
          </a:xfrm>
        </p:spPr>
        <p:txBody>
          <a:bodyPr>
            <a:normAutofit/>
          </a:bodyPr>
          <a:lstStyle/>
          <a:p>
            <a:r>
              <a:rPr lang="en-CH" sz="1600" dirty="0"/>
              <a:t>Come up with prompt</a:t>
            </a:r>
          </a:p>
          <a:p>
            <a:r>
              <a:rPr lang="en-GB" sz="1600" dirty="0"/>
              <a:t>S</a:t>
            </a:r>
            <a:r>
              <a:rPr lang="en-CH" sz="1600" dirty="0"/>
              <a:t>lap it into Udio</a:t>
            </a:r>
          </a:p>
          <a:p>
            <a:pPr lvl="1"/>
            <a:r>
              <a:rPr lang="en-CH" sz="1400" dirty="0"/>
              <a:t>Optional: Tweak Settings</a:t>
            </a:r>
          </a:p>
          <a:p>
            <a:r>
              <a:rPr lang="en-CH" sz="1600" i="1" dirty="0"/>
              <a:t>profit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0862E3D-9ACA-FE3C-9443-9933AB656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824" y="2413000"/>
            <a:ext cx="5271402" cy="3716338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51709952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0D62-B4E1-60F4-A036-20A84D491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Difficulties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D7633-5BE8-0679-0D96-48DAD1D45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b="1" dirty="0"/>
              <a:t>Technical</a:t>
            </a:r>
          </a:p>
          <a:p>
            <a:pPr lvl="1"/>
            <a:r>
              <a:rPr lang="en-CH" dirty="0"/>
              <a:t>Free Credits!</a:t>
            </a:r>
          </a:p>
          <a:p>
            <a:pPr lvl="1"/>
            <a:r>
              <a:rPr lang="en-CH" dirty="0"/>
              <a:t>(Not so) Huggingface</a:t>
            </a:r>
          </a:p>
          <a:p>
            <a:pPr lvl="1"/>
            <a:r>
              <a:rPr lang="en-CH" dirty="0"/>
              <a:t>Suno.ai &amp; co.</a:t>
            </a:r>
          </a:p>
          <a:p>
            <a:r>
              <a:rPr lang="en-CH" b="1" dirty="0"/>
              <a:t>Ethical</a:t>
            </a:r>
            <a:endParaRPr lang="en-CH" dirty="0"/>
          </a:p>
          <a:p>
            <a:pPr lvl="1"/>
            <a:r>
              <a:rPr lang="en-CH" dirty="0"/>
              <a:t>Copyright?</a:t>
            </a:r>
          </a:p>
          <a:p>
            <a:pPr lvl="1"/>
            <a:r>
              <a:rPr lang="en-CH" dirty="0"/>
              <a:t>“Imitation”</a:t>
            </a:r>
          </a:p>
          <a:p>
            <a:pPr lvl="1"/>
            <a:endParaRPr lang="en-CH" dirty="0"/>
          </a:p>
          <a:p>
            <a:pPr lvl="1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45285641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0509-7D3A-CFFC-817B-DD5BA5DBB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Final Product</a:t>
            </a:r>
          </a:p>
        </p:txBody>
      </p:sp>
      <p:pic>
        <p:nvPicPr>
          <p:cNvPr id="4" name="Echoes of Creation ext v1">
            <a:hlinkClick r:id="" action="ppaction://media"/>
            <a:extLst>
              <a:ext uri="{FF2B5EF4-FFF2-40B4-BE49-F238E27FC236}">
                <a16:creationId xmlns:a16="http://schemas.microsoft.com/office/drawing/2014/main" id="{4D38902D-71DE-35F6-A172-90BC56464B4A}"/>
              </a:ext>
            </a:extLst>
          </p:cNvPr>
          <p:cNvPicPr>
            <a:picLocks noGrp="1" noChangeAspect="1"/>
          </p:cNvPicPr>
          <p:nvPr>
            <p:ph idx="1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89600" y="3633788"/>
            <a:ext cx="812800" cy="812800"/>
          </a:xfrm>
        </p:spPr>
      </p:pic>
    </p:spTree>
    <p:extLst>
      <p:ext uri="{BB962C8B-B14F-4D97-AF65-F5344CB8AC3E}">
        <p14:creationId xmlns:p14="http://schemas.microsoft.com/office/powerpoint/2010/main" val="31526104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49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C5A4E-A353-5AE4-60DB-0EF029F9A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Output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29DEA-A245-11F7-6717-E55755E13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Not as “crisp” as imagined</a:t>
            </a:r>
          </a:p>
          <a:p>
            <a:r>
              <a:rPr lang="en-CH" dirty="0"/>
              <a:t>Lacks that distinct C418 – feeling</a:t>
            </a:r>
          </a:p>
          <a:p>
            <a:r>
              <a:rPr lang="en-CH" dirty="0"/>
              <a:t>Nostalgia is missing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91585956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6E82-D863-745A-65EE-7400EF14A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6A69A-D29F-257E-6987-1F55B1E0D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Didn’t sound like intended</a:t>
            </a:r>
          </a:p>
          <a:p>
            <a:r>
              <a:rPr lang="en-CH" dirty="0"/>
              <a:t>Doesn’t quite “hit it home”</a:t>
            </a:r>
          </a:p>
          <a:p>
            <a:r>
              <a:rPr lang="en-CH" dirty="0"/>
              <a:t>Cannot interpret emotions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572952918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118</TotalTime>
  <Words>186</Words>
  <Application>Microsoft Macintosh PowerPoint</Application>
  <PresentationFormat>Widescreen</PresentationFormat>
  <Paragraphs>42</Paragraphs>
  <Slides>11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Century Gothic</vt:lpstr>
      <vt:lpstr>Wingdings 2</vt:lpstr>
      <vt:lpstr>Quotable</vt:lpstr>
      <vt:lpstr>(Re)creating a videogame soundtrack</vt:lpstr>
      <vt:lpstr>Contents</vt:lpstr>
      <vt:lpstr>But why?</vt:lpstr>
      <vt:lpstr>Idea &amp; Constraints</vt:lpstr>
      <vt:lpstr>“Inspiration”</vt:lpstr>
      <vt:lpstr>Prooooompting</vt:lpstr>
      <vt:lpstr>Creation Process</vt:lpstr>
      <vt:lpstr>Difficulties</vt:lpstr>
      <vt:lpstr>Final Product</vt:lpstr>
      <vt:lpstr>Output Evaluation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 Schlumpf</dc:creator>
  <cp:lastModifiedBy>Timo Schlumpf</cp:lastModifiedBy>
  <cp:revision>22</cp:revision>
  <dcterms:created xsi:type="dcterms:W3CDTF">2024-11-11T08:56:47Z</dcterms:created>
  <dcterms:modified xsi:type="dcterms:W3CDTF">2024-11-12T12:38:12Z</dcterms:modified>
</cp:coreProperties>
</file>